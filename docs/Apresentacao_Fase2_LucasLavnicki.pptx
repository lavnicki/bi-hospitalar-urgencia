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handoutMasterIdLst>
    <p:handoutMasterId r:id="rId8"/>
  </p:handoutMasterIdLst>
  <p:sldIdLst>
    <p:sldId id="288" r:id="rId5"/>
    <p:sldId id="302" r:id="rId6"/>
    <p:sldId id="300" r:id="rId7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2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46D2"/>
    <a:srgbClr val="646491"/>
    <a:srgbClr val="192350"/>
    <a:srgbClr val="56579B"/>
    <a:srgbClr val="EEEEFC"/>
    <a:srgbClr val="19266B"/>
    <a:srgbClr val="393683"/>
    <a:srgbClr val="000000"/>
    <a:srgbClr val="344C90"/>
    <a:srgbClr val="2E4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91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03D0FF63-8FEF-49B8-A9DA-C9A2B3956324}"/>
    <pc:docChg chg="undo modMainMaster">
      <pc:chgData name="Rafaela Boletti Duraes Souto" userId="78f52f2a-2d51-4833-a638-c8c75f30638a" providerId="ADAL" clId="{03D0FF63-8FEF-49B8-A9DA-C9A2B3956324}" dt="2025-05-08T12:30:49.267" v="133" actId="12788"/>
      <pc:docMkLst>
        <pc:docMk/>
      </pc:docMkLst>
      <pc:sldMasterChg chg="modSldLayout">
        <pc:chgData name="Rafaela Boletti Duraes Souto" userId="78f52f2a-2d51-4833-a638-c8c75f30638a" providerId="ADAL" clId="{03D0FF63-8FEF-49B8-A9DA-C9A2B3956324}" dt="2025-05-08T12:30:49.267" v="133" actId="12788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03D0FF63-8FEF-49B8-A9DA-C9A2B3956324}" dt="2025-05-08T12:30:49.267" v="133" actId="12788"/>
          <pc:sldLayoutMkLst>
            <pc:docMk/>
            <pc:sldMasterMk cId="1747979782" sldId="2147483665"/>
            <pc:sldLayoutMk cId="959556121" sldId="2147483707"/>
          </pc:sldLayoutMkLst>
          <pc:spChg chg="add del mod">
            <ac:chgData name="Rafaela Boletti Duraes Souto" userId="78f52f2a-2d51-4833-a638-c8c75f30638a" providerId="ADAL" clId="{03D0FF63-8FEF-49B8-A9DA-C9A2B3956324}" dt="2025-05-08T12:30:49.267" v="133" actId="12788"/>
            <ac:spMkLst>
              <pc:docMk/>
              <pc:sldMasterMk cId="1747979782" sldId="2147483665"/>
              <pc:sldLayoutMk cId="959556121" sldId="2147483707"/>
              <ac:spMk id="14" creationId="{4B73456F-61AF-4547-97EF-7A33FBA993AC}"/>
            </ac:spMkLst>
          </pc:spChg>
        </pc:sldLayoutChg>
      </pc:sldMasterChg>
    </pc:docChg>
  </pc:docChgLst>
  <pc:docChgLst>
    <pc:chgData name="Rafaela Boletti Duraes Souto" userId="78f52f2a-2d51-4833-a638-c8c75f30638a" providerId="ADAL" clId="{3072E378-0BC3-46EF-92A3-96EEAF7BEDB3}"/>
    <pc:docChg chg="undo custSel modMainMaster">
      <pc:chgData name="Rafaela Boletti Duraes Souto" userId="78f52f2a-2d51-4833-a638-c8c75f30638a" providerId="ADAL" clId="{3072E378-0BC3-46EF-92A3-96EEAF7BEDB3}" dt="2025-03-31T19:38:58.148" v="167" actId="1035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31T19:38:58.148" v="167" actId="1035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3072E378-0BC3-46EF-92A3-96EEAF7BEDB3}" dt="2025-03-31T19:37:52.174" v="141" actId="1076"/>
          <pc:sldLayoutMkLst>
            <pc:docMk/>
            <pc:sldMasterMk cId="1747979782" sldId="2147483665"/>
            <pc:sldLayoutMk cId="1417832495" sldId="2147483696"/>
          </pc:sldLayoutMkLst>
          <pc:spChg chg="mod">
            <ac:chgData name="Rafaela Boletti Duraes Souto" userId="78f52f2a-2d51-4833-a638-c8c75f30638a" providerId="ADAL" clId="{3072E378-0BC3-46EF-92A3-96EEAF7BEDB3}" dt="2025-03-31T19:37:52.174" v="141" actId="1076"/>
            <ac:spMkLst>
              <pc:docMk/>
              <pc:sldMasterMk cId="1747979782" sldId="2147483665"/>
              <pc:sldLayoutMk cId="1417832495" sldId="2147483696"/>
              <ac:spMk id="9" creationId="{FA034C09-59DD-4564-9C6E-8F60F069EB37}"/>
            </ac:spMkLst>
          </pc:spChg>
          <pc:spChg chg="add ord">
            <ac:chgData name="Rafaela Boletti Duraes Souto" userId="78f52f2a-2d51-4833-a638-c8c75f30638a" providerId="ADAL" clId="{3072E378-0BC3-46EF-92A3-96EEAF7BEDB3}" dt="2025-03-31T19:22:26.178" v="14" actId="167"/>
            <ac:spMkLst>
              <pc:docMk/>
              <pc:sldMasterMk cId="1747979782" sldId="2147483665"/>
              <pc:sldLayoutMk cId="1417832495" sldId="2147483696"/>
              <ac:spMk id="13" creationId="{5E837148-19BD-4164-965C-6A241D06D853}"/>
            </ac:spMkLst>
          </pc:spChg>
          <pc:spChg chg="add mod">
            <ac:chgData name="Rafaela Boletti Duraes Souto" userId="78f52f2a-2d51-4833-a638-c8c75f30638a" providerId="ADAL" clId="{3072E378-0BC3-46EF-92A3-96EEAF7BEDB3}" dt="2025-03-31T19:29:02.544" v="22" actId="207"/>
            <ac:spMkLst>
              <pc:docMk/>
              <pc:sldMasterMk cId="1747979782" sldId="2147483665"/>
              <pc:sldLayoutMk cId="1417832495" sldId="2147483696"/>
              <ac:spMk id="17" creationId="{973AD855-C71D-41C0-8F1D-FEFA9D3A9581}"/>
            </ac:spMkLst>
          </pc:spChg>
          <pc:spChg chg="add del mod">
            <ac:chgData name="Rafaela Boletti Duraes Souto" userId="78f52f2a-2d51-4833-a638-c8c75f30638a" providerId="ADAL" clId="{3072E378-0BC3-46EF-92A3-96EEAF7BEDB3}" dt="2025-03-31T19:29:04.448" v="23" actId="478"/>
            <ac:spMkLst>
              <pc:docMk/>
              <pc:sldMasterMk cId="1747979782" sldId="2147483665"/>
              <pc:sldLayoutMk cId="1417832495" sldId="2147483696"/>
              <ac:spMk id="18" creationId="{F0B19AFE-B6F1-4483-960C-15E5E88B392A}"/>
            </ac:spMkLst>
          </pc:spChg>
          <pc:spChg chg="add">
            <ac:chgData name="Rafaela Boletti Duraes Souto" userId="78f52f2a-2d51-4833-a638-c8c75f30638a" providerId="ADAL" clId="{3072E378-0BC3-46EF-92A3-96EEAF7BEDB3}" dt="2025-03-31T19:37:48.562" v="140"/>
            <ac:spMkLst>
              <pc:docMk/>
              <pc:sldMasterMk cId="1747979782" sldId="2147483665"/>
              <pc:sldLayoutMk cId="1417832495" sldId="2147483696"/>
              <ac:spMk id="19" creationId="{1353A036-17D9-4E9E-9704-A08842166D53}"/>
            </ac:spMkLst>
          </pc:spChg>
          <pc:spChg chg="del">
            <ac:chgData name="Rafaela Boletti Duraes Souto" userId="78f52f2a-2d51-4833-a638-c8c75f30638a" providerId="ADAL" clId="{3072E378-0BC3-46EF-92A3-96EEAF7BEDB3}" dt="2025-03-31T19:28:43.308" v="19" actId="478"/>
            <ac:spMkLst>
              <pc:docMk/>
              <pc:sldMasterMk cId="1747979782" sldId="2147483665"/>
              <pc:sldLayoutMk cId="1417832495" sldId="2147483696"/>
              <ac:spMk id="20" creationId="{116CAF9D-886C-40BC-A8C2-77F02A323D85}"/>
            </ac:spMkLst>
          </pc:spChg>
          <pc:grpChg chg="del">
            <ac:chgData name="Rafaela Boletti Duraes Souto" userId="78f52f2a-2d51-4833-a638-c8c75f30638a" providerId="ADAL" clId="{3072E378-0BC3-46EF-92A3-96EEAF7BEDB3}" dt="2025-03-31T19:37:48.168" v="139" actId="478"/>
            <ac:grpSpMkLst>
              <pc:docMk/>
              <pc:sldMasterMk cId="1747979782" sldId="2147483665"/>
              <pc:sldLayoutMk cId="1417832495" sldId="2147483696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28:28.897" v="16" actId="478"/>
            <ac:grpSpMkLst>
              <pc:docMk/>
              <pc:sldMasterMk cId="1747979782" sldId="2147483665"/>
              <pc:sldLayoutMk cId="1417832495" sldId="2147483696"/>
              <ac:grpSpMk id="14" creationId="{B70FB7A2-C821-4005-9581-A434F16907DD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48.562" v="140"/>
            <ac:picMkLst>
              <pc:docMk/>
              <pc:sldMasterMk cId="1747979782" sldId="2147483665"/>
              <pc:sldLayoutMk cId="1417832495" sldId="2147483696"/>
              <ac:picMk id="21" creationId="{BB788BAF-7DDB-4210-A352-F3FA18110B7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1.289" v="148" actId="1036"/>
          <pc:sldLayoutMkLst>
            <pc:docMk/>
            <pc:sldMasterMk cId="1747979782" sldId="2147483665"/>
            <pc:sldLayoutMk cId="3455226965" sldId="2147483703"/>
          </pc:sldLayoutMkLst>
          <pc:spChg chg="del">
            <ac:chgData name="Rafaela Boletti Duraes Souto" userId="78f52f2a-2d51-4833-a638-c8c75f30638a" providerId="ADAL" clId="{3072E378-0BC3-46EF-92A3-96EEAF7BEDB3}" dt="2025-03-31T19:33:12.212" v="73" actId="478"/>
            <ac:spMkLst>
              <pc:docMk/>
              <pc:sldMasterMk cId="1747979782" sldId="2147483665"/>
              <pc:sldLayoutMk cId="3455226965" sldId="2147483703"/>
              <ac:spMk id="10" creationId="{BB5C9B73-6D52-4F37-94E6-944F3BB56E05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1" creationId="{85AC51AE-23D2-45C2-A6C4-33D754A70E7D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2" creationId="{98C28BEA-010B-40D0-87FA-AA14F0BD4605}"/>
            </ac:spMkLst>
          </pc:spChg>
          <pc:spChg chg="add">
            <ac:chgData name="Rafaela Boletti Duraes Souto" userId="78f52f2a-2d51-4833-a638-c8c75f30638a" providerId="ADAL" clId="{3072E378-0BC3-46EF-92A3-96EEAF7BEDB3}" dt="2025-03-31T19:37:37.568" v="138"/>
            <ac:spMkLst>
              <pc:docMk/>
              <pc:sldMasterMk cId="1747979782" sldId="2147483665"/>
              <pc:sldLayoutMk cId="3455226965" sldId="2147483703"/>
              <ac:spMk id="13" creationId="{3217B83B-D21F-4662-BB75-5413B2BF7977}"/>
            </ac:spMkLst>
          </pc:spChg>
          <pc:spChg chg="mod">
            <ac:chgData name="Rafaela Boletti Duraes Souto" userId="78f52f2a-2d51-4833-a638-c8c75f30638a" providerId="ADAL" clId="{3072E378-0BC3-46EF-92A3-96EEAF7BEDB3}" dt="2025-03-31T19:38:01.289" v="148" actId="1036"/>
            <ac:spMkLst>
              <pc:docMk/>
              <pc:sldMasterMk cId="1747979782" sldId="2147483665"/>
              <pc:sldLayoutMk cId="3455226965" sldId="2147483703"/>
              <ac:spMk id="18" creationId="{97B09D44-09F1-42EB-9D42-609A3774D191}"/>
            </ac:spMkLst>
          </pc:spChg>
          <pc:grpChg chg="del">
            <ac:chgData name="Rafaela Boletti Duraes Souto" userId="78f52f2a-2d51-4833-a638-c8c75f30638a" providerId="ADAL" clId="{3072E378-0BC3-46EF-92A3-96EEAF7BEDB3}" dt="2025-03-31T19:37:37.268" v="137" actId="478"/>
            <ac:grpSpMkLst>
              <pc:docMk/>
              <pc:sldMasterMk cId="1747979782" sldId="2147483665"/>
              <pc:sldLayoutMk cId="3455226965" sldId="2147483703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33:12.212" v="73" actId="478"/>
            <ac:grpSpMkLst>
              <pc:docMk/>
              <pc:sldMasterMk cId="1747979782" sldId="2147483665"/>
              <pc:sldLayoutMk cId="3455226965" sldId="2147483703"/>
              <ac:grpSpMk id="23" creationId="{D9D9683D-F94C-48E5-9F09-2F6C1BAB97EA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37.568" v="138"/>
            <ac:picMkLst>
              <pc:docMk/>
              <pc:sldMasterMk cId="1747979782" sldId="2147483665"/>
              <pc:sldLayoutMk cId="3455226965" sldId="2147483703"/>
              <ac:picMk id="14" creationId="{4354F9AB-FA02-40BC-94B0-478F68FD159A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26.636" v="154"/>
          <pc:sldLayoutMkLst>
            <pc:docMk/>
            <pc:sldMasterMk cId="1747979782" sldId="2147483665"/>
            <pc:sldLayoutMk cId="1258947625" sldId="2147483705"/>
          </pc:sldLayoutMkLst>
          <pc:spChg chg="mod">
            <ac:chgData name="Rafaela Boletti Duraes Souto" userId="78f52f2a-2d51-4833-a638-c8c75f30638a" providerId="ADAL" clId="{3072E378-0BC3-46EF-92A3-96EEAF7BEDB3}" dt="2025-03-31T19:33:32.066" v="79" actId="207"/>
            <ac:spMkLst>
              <pc:docMk/>
              <pc:sldMasterMk cId="1747979782" sldId="2147483665"/>
              <pc:sldLayoutMk cId="1258947625" sldId="2147483705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0:11.655" v="37" actId="478"/>
            <ac:spMkLst>
              <pc:docMk/>
              <pc:sldMasterMk cId="1747979782" sldId="2147483665"/>
              <pc:sldLayoutMk cId="1258947625" sldId="2147483705"/>
              <ac:spMk id="13" creationId="{CE157B05-BE37-42FC-9921-5734532276FD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7" creationId="{660A6460-B176-49E9-83E6-4236135CEBE4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8" creationId="{CCDF1FBA-ED05-4FB0-AB4F-E01F2CBA5534}"/>
            </ac:spMkLst>
          </pc:spChg>
          <pc:spChg chg="add">
            <ac:chgData name="Rafaela Boletti Duraes Souto" userId="78f52f2a-2d51-4833-a638-c8c75f30638a" providerId="ADAL" clId="{3072E378-0BC3-46EF-92A3-96EEAF7BEDB3}" dt="2025-03-31T19:38:26.636" v="154"/>
            <ac:spMkLst>
              <pc:docMk/>
              <pc:sldMasterMk cId="1747979782" sldId="2147483665"/>
              <pc:sldLayoutMk cId="1258947625" sldId="2147483705"/>
              <ac:spMk id="19" creationId="{5594E56C-E820-46B8-ACC1-F2BF69928467}"/>
            </ac:spMkLst>
          </pc:spChg>
          <pc:grpChg chg="del">
            <ac:chgData name="Rafaela Boletti Duraes Souto" userId="78f52f2a-2d51-4833-a638-c8c75f30638a" providerId="ADAL" clId="{3072E378-0BC3-46EF-92A3-96EEAF7BEDB3}" dt="2025-03-31T19:38:23.029" v="153" actId="478"/>
            <ac:grpSpMkLst>
              <pc:docMk/>
              <pc:sldMasterMk cId="1747979782" sldId="2147483665"/>
              <pc:sldLayoutMk cId="1258947625" sldId="2147483705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0:11.655" v="37" actId="478"/>
            <ac:grpSpMkLst>
              <pc:docMk/>
              <pc:sldMasterMk cId="1747979782" sldId="2147483665"/>
              <pc:sldLayoutMk cId="1258947625" sldId="2147483705"/>
              <ac:grpSpMk id="14" creationId="{334B37F2-BC37-40E8-A4B0-6336FA1DF1AD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26.636" v="154"/>
            <ac:picMkLst>
              <pc:docMk/>
              <pc:sldMasterMk cId="1747979782" sldId="2147483665"/>
              <pc:sldLayoutMk cId="1258947625" sldId="2147483705"/>
              <ac:picMk id="20" creationId="{D806F0BB-2733-4143-A878-068CBB914D8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6.233" v="150" actId="1035"/>
          <pc:sldLayoutMkLst>
            <pc:docMk/>
            <pc:sldMasterMk cId="1747979782" sldId="2147483665"/>
            <pc:sldLayoutMk cId="55212957" sldId="2147483707"/>
          </pc:sldLayoutMkLst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1" creationId="{31365953-D351-44C7-9765-C07CF36B6C52}"/>
            </ac:spMkLst>
          </pc:spChg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2" creationId="{3BD0C867-911A-48B1-AFB1-AB125D368928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19" creationId="{ADA911F7-F870-4379-9B09-DFDDF9DDD2F1}"/>
            </ac:spMkLst>
          </pc:spChg>
          <pc:spChg chg="mod topLvl">
            <ac:chgData name="Rafaela Boletti Duraes Souto" userId="78f52f2a-2d51-4833-a638-c8c75f30638a" providerId="ADAL" clId="{3072E378-0BC3-46EF-92A3-96EEAF7BEDB3}" dt="2025-03-31T19:36:31.216" v="114" actId="1036"/>
            <ac:spMkLst>
              <pc:docMk/>
              <pc:sldMasterMk cId="1747979782" sldId="2147483665"/>
              <pc:sldLayoutMk cId="55212957" sldId="2147483707"/>
              <ac:spMk id="21" creationId="{F7C4A3BC-A435-421D-8A82-37891A0FDD53}"/>
            </ac:spMkLst>
          </pc:spChg>
          <pc:spChg chg="del">
            <ac:chgData name="Rafaela Boletti Duraes Souto" userId="78f52f2a-2d51-4833-a638-c8c75f30638a" providerId="ADAL" clId="{3072E378-0BC3-46EF-92A3-96EEAF7BEDB3}" dt="2025-03-31T19:29:30.011" v="24" actId="478"/>
            <ac:spMkLst>
              <pc:docMk/>
              <pc:sldMasterMk cId="1747979782" sldId="2147483665"/>
              <pc:sldLayoutMk cId="55212957" sldId="2147483707"/>
              <ac:spMk id="24" creationId="{7B775188-12AA-429D-9869-77BE4B33066C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26" creationId="{D8183263-5E3B-494C-88C6-7C3034B4D6A1}"/>
            </ac:spMkLst>
          </pc:spChg>
          <pc:grpChg chg="del">
            <ac:chgData name="Rafaela Boletti Duraes Souto" userId="78f52f2a-2d51-4833-a638-c8c75f30638a" providerId="ADAL" clId="{3072E378-0BC3-46EF-92A3-96EEAF7BEDB3}" dt="2025-03-31T19:35:14.543" v="84" actId="165"/>
            <ac:grpSpMkLst>
              <pc:docMk/>
              <pc:sldMasterMk cId="1747979782" sldId="2147483665"/>
              <pc:sldLayoutMk cId="55212957" sldId="2147483707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29:30.011" v="24" actId="478"/>
            <ac:grpSpMkLst>
              <pc:docMk/>
              <pc:sldMasterMk cId="1747979782" sldId="2147483665"/>
              <pc:sldLayoutMk cId="55212957" sldId="2147483707"/>
              <ac:grpSpMk id="29" creationId="{8DFAB7D6-E7E6-46F4-BBEC-65BE09B78587}"/>
            </ac:grpSpMkLst>
          </pc:grpChg>
          <pc:picChg chg="mod topLvl">
            <ac:chgData name="Rafaela Boletti Duraes Souto" userId="78f52f2a-2d51-4833-a638-c8c75f30638a" providerId="ADAL" clId="{3072E378-0BC3-46EF-92A3-96EEAF7BEDB3}" dt="2025-03-31T19:37:22.911" v="126" actId="1035"/>
            <ac:picMkLst>
              <pc:docMk/>
              <pc:sldMasterMk cId="1747979782" sldId="2147483665"/>
              <pc:sldLayoutMk cId="55212957" sldId="2147483707"/>
              <ac:picMk id="22" creationId="{1263C67A-E251-4E63-AFFC-72D246AACF3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9.304" v="152"/>
          <pc:sldLayoutMkLst>
            <pc:docMk/>
            <pc:sldMasterMk cId="1747979782" sldId="2147483665"/>
            <pc:sldLayoutMk cId="146151045" sldId="2147483709"/>
          </pc:sldLayoutMkLst>
          <pc:spChg chg="del">
            <ac:chgData name="Rafaela Boletti Duraes Souto" userId="78f52f2a-2d51-4833-a638-c8c75f30638a" providerId="ADAL" clId="{3072E378-0BC3-46EF-92A3-96EEAF7BEDB3}" dt="2025-03-31T19:29:58.817" v="33" actId="478"/>
            <ac:spMkLst>
              <pc:docMk/>
              <pc:sldMasterMk cId="1747979782" sldId="2147483665"/>
              <pc:sldLayoutMk cId="146151045" sldId="2147483709"/>
              <ac:spMk id="10" creationId="{A8169CCE-70A8-4A55-9703-5ADCA9EF0ABA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2" creationId="{CB8B345F-DD73-4E9E-AD18-F0BDD895895F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3" creationId="{AAA7EAE7-3CCE-4E3C-A01D-090F2B99EE33}"/>
            </ac:spMkLst>
          </pc:spChg>
          <pc:spChg chg="add">
            <ac:chgData name="Rafaela Boletti Duraes Souto" userId="78f52f2a-2d51-4833-a638-c8c75f30638a" providerId="ADAL" clId="{3072E378-0BC3-46EF-92A3-96EEAF7BEDB3}" dt="2025-03-31T19:38:09.304" v="152"/>
            <ac:spMkLst>
              <pc:docMk/>
              <pc:sldMasterMk cId="1747979782" sldId="2147483665"/>
              <pc:sldLayoutMk cId="146151045" sldId="2147483709"/>
              <ac:spMk id="14" creationId="{A33EAE45-2991-47EF-ACAB-FE2855CD4F3A}"/>
            </ac:spMkLst>
          </pc:spChg>
          <pc:spChg chg="mod">
            <ac:chgData name="Rafaela Boletti Duraes Souto" userId="78f52f2a-2d51-4833-a638-c8c75f30638a" providerId="ADAL" clId="{3072E378-0BC3-46EF-92A3-96EEAF7BEDB3}" dt="2025-03-31T19:33:27.724" v="78" actId="20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29:58.817" v="33" actId="478"/>
            <ac:grpSpMkLst>
              <pc:docMk/>
              <pc:sldMasterMk cId="1747979782" sldId="2147483665"/>
              <pc:sldLayoutMk cId="146151045" sldId="2147483709"/>
              <ac:grpSpMk id="11" creationId="{BAFB1205-4E7F-4CC4-A3D8-AC7ADAF5F7B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08.487" v="151" actId="478"/>
            <ac:grpSpMkLst>
              <pc:docMk/>
              <pc:sldMasterMk cId="1747979782" sldId="2147483665"/>
              <pc:sldLayoutMk cId="146151045" sldId="2147483709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09.304" v="152"/>
            <ac:picMkLst>
              <pc:docMk/>
              <pc:sldMasterMk cId="1747979782" sldId="2147483665"/>
              <pc:sldLayoutMk cId="146151045" sldId="2147483709"/>
              <ac:picMk id="15" creationId="{1C62AF46-3078-4248-B00F-CBF1C6498C2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37.790" v="158" actId="1036"/>
          <pc:sldLayoutMkLst>
            <pc:docMk/>
            <pc:sldMasterMk cId="1747979782" sldId="2147483665"/>
            <pc:sldLayoutMk cId="1297693704" sldId="2147483712"/>
          </pc:sldLayoutMkLst>
          <pc:spChg chg="mod">
            <ac:chgData name="Rafaela Boletti Duraes Souto" userId="78f52f2a-2d51-4833-a638-c8c75f30638a" providerId="ADAL" clId="{3072E378-0BC3-46EF-92A3-96EEAF7BEDB3}" dt="2025-03-31T19:38:37.790" v="158" actId="1036"/>
            <ac:spMkLst>
              <pc:docMk/>
              <pc:sldMasterMk cId="1747979782" sldId="2147483665"/>
              <pc:sldLayoutMk cId="1297693704" sldId="2147483712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1:35.961" v="67" actId="478"/>
            <ac:spMkLst>
              <pc:docMk/>
              <pc:sldMasterMk cId="1747979782" sldId="2147483665"/>
              <pc:sldLayoutMk cId="1297693704" sldId="2147483712"/>
              <ac:spMk id="13" creationId="{E20FAD81-35E1-48C8-9B46-11AF26DF2396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7" creationId="{586B8C82-BA24-43ED-B881-D6B28CBE9AD5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8" creationId="{6FDE99D1-FAD1-4848-84A2-DBF5A7412528}"/>
            </ac:spMkLst>
          </pc:spChg>
          <pc:spChg chg="add">
            <ac:chgData name="Rafaela Boletti Duraes Souto" userId="78f52f2a-2d51-4833-a638-c8c75f30638a" providerId="ADAL" clId="{3072E378-0BC3-46EF-92A3-96EEAF7BEDB3}" dt="2025-03-31T19:38:33.151" v="156"/>
            <ac:spMkLst>
              <pc:docMk/>
              <pc:sldMasterMk cId="1747979782" sldId="2147483665"/>
              <pc:sldLayoutMk cId="1297693704" sldId="2147483712"/>
              <ac:spMk id="19" creationId="{86405306-4DCF-48DF-8A09-F75E67FE213E}"/>
            </ac:spMkLst>
          </pc:spChg>
          <pc:grpChg chg="del">
            <ac:chgData name="Rafaela Boletti Duraes Souto" userId="78f52f2a-2d51-4833-a638-c8c75f30638a" providerId="ADAL" clId="{3072E378-0BC3-46EF-92A3-96EEAF7BEDB3}" dt="2025-03-31T19:38:32.234" v="155" actId="478"/>
            <ac:grpSpMkLst>
              <pc:docMk/>
              <pc:sldMasterMk cId="1747979782" sldId="2147483665"/>
              <pc:sldLayoutMk cId="1297693704" sldId="2147483712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1:35.961" v="67" actId="478"/>
            <ac:grpSpMkLst>
              <pc:docMk/>
              <pc:sldMasterMk cId="1747979782" sldId="2147483665"/>
              <pc:sldLayoutMk cId="1297693704" sldId="2147483712"/>
              <ac:grpSpMk id="14" creationId="{181AE9B7-E269-4192-B859-3126C08691AB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33.151" v="156"/>
            <ac:picMkLst>
              <pc:docMk/>
              <pc:sldMasterMk cId="1747979782" sldId="2147483665"/>
              <pc:sldLayoutMk cId="1297693704" sldId="2147483712"/>
              <ac:picMk id="20" creationId="{0421E441-036C-41E4-A3E6-3214E17B2DA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45.389" v="162" actId="1036"/>
          <pc:sldLayoutMkLst>
            <pc:docMk/>
            <pc:sldMasterMk cId="1747979782" sldId="2147483665"/>
            <pc:sldLayoutMk cId="624351883" sldId="2147483717"/>
          </pc:sldLayoutMkLst>
          <pc:spChg chg="del">
            <ac:chgData name="Rafaela Boletti Duraes Souto" userId="78f52f2a-2d51-4833-a638-c8c75f30638a" providerId="ADAL" clId="{3072E378-0BC3-46EF-92A3-96EEAF7BEDB3}" dt="2025-03-31T19:30:22.246" v="41" actId="478"/>
            <ac:spMkLst>
              <pc:docMk/>
              <pc:sldMasterMk cId="1747979782" sldId="2147483665"/>
              <pc:sldLayoutMk cId="624351883" sldId="2147483717"/>
              <ac:spMk id="10" creationId="{0C380D5A-024A-40AB-82C9-3891C85E4301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2" creationId="{359C996F-A9FF-46AF-912B-E9F9F88973D2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3" creationId="{2B61BDD0-D1CD-43CD-B797-17F13A04B17E}"/>
            </ac:spMkLst>
          </pc:spChg>
          <pc:spChg chg="add">
            <ac:chgData name="Rafaela Boletti Duraes Souto" userId="78f52f2a-2d51-4833-a638-c8c75f30638a" providerId="ADAL" clId="{3072E378-0BC3-46EF-92A3-96EEAF7BEDB3}" dt="2025-03-31T19:38:41.983" v="160"/>
            <ac:spMkLst>
              <pc:docMk/>
              <pc:sldMasterMk cId="1747979782" sldId="2147483665"/>
              <pc:sldLayoutMk cId="624351883" sldId="2147483717"/>
              <ac:spMk id="14" creationId="{2EE99BE3-8DF3-4BFB-8A05-51FEC2EF2134}"/>
            </ac:spMkLst>
          </pc:spChg>
          <pc:spChg chg="mod">
            <ac:chgData name="Rafaela Boletti Duraes Souto" userId="78f52f2a-2d51-4833-a638-c8c75f30638a" providerId="ADAL" clId="{3072E378-0BC3-46EF-92A3-96EEAF7BEDB3}" dt="2025-03-31T19:38:45.389" v="162" actId="1036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22.246" v="41" actId="478"/>
            <ac:grpSpMkLst>
              <pc:docMk/>
              <pc:sldMasterMk cId="1747979782" sldId="2147483665"/>
              <pc:sldLayoutMk cId="624351883" sldId="2147483717"/>
              <ac:grpSpMk id="11" creationId="{9237D9B4-B9B7-4365-BF7E-0B8D69DBC5A8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41.134" v="159" actId="478"/>
            <ac:grpSpMkLst>
              <pc:docMk/>
              <pc:sldMasterMk cId="1747979782" sldId="2147483665"/>
              <pc:sldLayoutMk cId="624351883" sldId="2147483717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41.983" v="160"/>
            <ac:picMkLst>
              <pc:docMk/>
              <pc:sldMasterMk cId="1747979782" sldId="2147483665"/>
              <pc:sldLayoutMk cId="624351883" sldId="2147483717"/>
              <ac:picMk id="15" creationId="{E712451E-8E40-432D-87B5-6250EDB8896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1.618" v="164"/>
          <pc:sldLayoutMkLst>
            <pc:docMk/>
            <pc:sldMasterMk cId="1747979782" sldId="2147483665"/>
            <pc:sldLayoutMk cId="3489669611" sldId="2147483720"/>
          </pc:sldLayoutMkLst>
          <pc:spChg chg="del">
            <ac:chgData name="Rafaela Boletti Duraes Souto" userId="78f52f2a-2d51-4833-a638-c8c75f30638a" providerId="ADAL" clId="{3072E378-0BC3-46EF-92A3-96EEAF7BEDB3}" dt="2025-03-31T19:30:34.531" v="49" actId="478"/>
            <ac:spMkLst>
              <pc:docMk/>
              <pc:sldMasterMk cId="1747979782" sldId="2147483665"/>
              <pc:sldLayoutMk cId="3489669611" sldId="2147483720"/>
              <ac:spMk id="10" creationId="{70CF85F6-5897-4F2C-ACE3-C1D77CCDE1EB}"/>
            </ac:spMkLst>
          </pc:spChg>
          <pc:spChg chg="add mod ord">
            <ac:chgData name="Rafaela Boletti Duraes Souto" userId="78f52f2a-2d51-4833-a638-c8c75f30638a" providerId="ADAL" clId="{3072E378-0BC3-46EF-92A3-96EEAF7BEDB3}" dt="2025-03-31T19:30:40.479" v="53" actId="1076"/>
            <ac:spMkLst>
              <pc:docMk/>
              <pc:sldMasterMk cId="1747979782" sldId="2147483665"/>
              <pc:sldLayoutMk cId="3489669611" sldId="2147483720"/>
              <ac:spMk id="12" creationId="{C317ABBE-DB15-4149-813B-3ADD5448080E}"/>
            </ac:spMkLst>
          </pc:spChg>
          <pc:spChg chg="add ord">
            <ac:chgData name="Rafaela Boletti Duraes Souto" userId="78f52f2a-2d51-4833-a638-c8c75f30638a" providerId="ADAL" clId="{3072E378-0BC3-46EF-92A3-96EEAF7BEDB3}" dt="2025-03-31T19:30:37.151" v="51" actId="167"/>
            <ac:spMkLst>
              <pc:docMk/>
              <pc:sldMasterMk cId="1747979782" sldId="2147483665"/>
              <pc:sldLayoutMk cId="3489669611" sldId="2147483720"/>
              <ac:spMk id="13" creationId="{C45198F2-44DE-4961-A534-C46D8B0C74E3}"/>
            </ac:spMkLst>
          </pc:spChg>
          <pc:spChg chg="add">
            <ac:chgData name="Rafaela Boletti Duraes Souto" userId="78f52f2a-2d51-4833-a638-c8c75f30638a" providerId="ADAL" clId="{3072E378-0BC3-46EF-92A3-96EEAF7BEDB3}" dt="2025-03-31T19:38:51.618" v="164"/>
            <ac:spMkLst>
              <pc:docMk/>
              <pc:sldMasterMk cId="1747979782" sldId="2147483665"/>
              <pc:sldLayoutMk cId="3489669611" sldId="2147483720"/>
              <ac:spMk id="14" creationId="{0ABE0133-416C-47CF-B81B-B2CC98AD4EEB}"/>
            </ac:spMkLst>
          </pc:spChg>
          <pc:spChg chg="mod">
            <ac:chgData name="Rafaela Boletti Duraes Souto" userId="78f52f2a-2d51-4833-a638-c8c75f30638a" providerId="ADAL" clId="{3072E378-0BC3-46EF-92A3-96EEAF7BEDB3}" dt="2025-03-31T19:33:46.211" v="82" actId="207"/>
            <ac:spMkLst>
              <pc:docMk/>
              <pc:sldMasterMk cId="1747979782" sldId="2147483665"/>
              <pc:sldLayoutMk cId="3489669611" sldId="2147483720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34.531" v="49" actId="478"/>
            <ac:grpSpMkLst>
              <pc:docMk/>
              <pc:sldMasterMk cId="1747979782" sldId="2147483665"/>
              <pc:sldLayoutMk cId="3489669611" sldId="2147483720"/>
              <ac:grpSpMk id="11" creationId="{47791B01-4BA3-4668-99A7-74F000004E8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0.785" v="163" actId="478"/>
            <ac:grpSpMkLst>
              <pc:docMk/>
              <pc:sldMasterMk cId="1747979782" sldId="2147483665"/>
              <pc:sldLayoutMk cId="3489669611" sldId="2147483720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1.618" v="164"/>
            <ac:picMkLst>
              <pc:docMk/>
              <pc:sldMasterMk cId="1747979782" sldId="2147483665"/>
              <pc:sldLayoutMk cId="3489669611" sldId="2147483720"/>
              <ac:picMk id="15" creationId="{A4E1A8AE-6DB4-44EB-B1FD-99C8B7173577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8.148" v="167" actId="1035"/>
          <pc:sldLayoutMkLst>
            <pc:docMk/>
            <pc:sldMasterMk cId="1747979782" sldId="2147483665"/>
            <pc:sldLayoutMk cId="3225192626" sldId="2147483723"/>
          </pc:sldLayoutMkLst>
          <pc:spChg chg="del">
            <ac:chgData name="Rafaela Boletti Duraes Souto" userId="78f52f2a-2d51-4833-a638-c8c75f30638a" providerId="ADAL" clId="{3072E378-0BC3-46EF-92A3-96EEAF7BEDB3}" dt="2025-03-31T19:30:53.506" v="63" actId="478"/>
            <ac:spMkLst>
              <pc:docMk/>
              <pc:sldMasterMk cId="1747979782" sldId="2147483665"/>
              <pc:sldLayoutMk cId="3225192626" sldId="2147483723"/>
              <ac:spMk id="10" creationId="{9792DA56-F790-49D8-985D-505DF711861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2" creationId="{A516510E-9335-4067-A60E-F2456A55567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3" creationId="{DED44ED0-82C6-40AD-B891-FF21542191E5}"/>
            </ac:spMkLst>
          </pc:spChg>
          <pc:spChg chg="add">
            <ac:chgData name="Rafaela Boletti Duraes Souto" userId="78f52f2a-2d51-4833-a638-c8c75f30638a" providerId="ADAL" clId="{3072E378-0BC3-46EF-92A3-96EEAF7BEDB3}" dt="2025-03-31T19:38:56.180" v="166"/>
            <ac:spMkLst>
              <pc:docMk/>
              <pc:sldMasterMk cId="1747979782" sldId="2147483665"/>
              <pc:sldLayoutMk cId="3225192626" sldId="2147483723"/>
              <ac:spMk id="14" creationId="{08475F97-CB6A-407B-B049-799721993F6C}"/>
            </ac:spMkLst>
          </pc:spChg>
          <pc:spChg chg="mod">
            <ac:chgData name="Rafaela Boletti Duraes Souto" userId="78f52f2a-2d51-4833-a638-c8c75f30638a" providerId="ADAL" clId="{3072E378-0BC3-46EF-92A3-96EEAF7BEDB3}" dt="2025-03-31T19:38:58.148" v="167" actId="1035"/>
            <ac:spMkLst>
              <pc:docMk/>
              <pc:sldMasterMk cId="1747979782" sldId="2147483665"/>
              <pc:sldLayoutMk cId="3225192626" sldId="2147483723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53.506" v="63" actId="478"/>
            <ac:grpSpMkLst>
              <pc:docMk/>
              <pc:sldMasterMk cId="1747979782" sldId="2147483665"/>
              <pc:sldLayoutMk cId="3225192626" sldId="2147483723"/>
              <ac:grpSpMk id="11" creationId="{979F5B29-E1E5-462C-B976-4F0266C2E6DC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5.378" v="165" actId="478"/>
            <ac:grpSpMkLst>
              <pc:docMk/>
              <pc:sldMasterMk cId="1747979782" sldId="2147483665"/>
              <pc:sldLayoutMk cId="3225192626" sldId="2147483723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6.180" v="166"/>
            <ac:picMkLst>
              <pc:docMk/>
              <pc:sldMasterMk cId="1747979782" sldId="2147483665"/>
              <pc:sldLayoutMk cId="3225192626" sldId="2147483723"/>
              <ac:picMk id="15" creationId="{F1C10FAA-1757-40FC-92FB-09999E973892}"/>
            </ac:picMkLst>
          </pc:picChg>
        </pc:sldLayoutChg>
      </pc:sldMasterChg>
    </pc:docChg>
  </pc:docChgLst>
  <pc:docChgLst>
    <pc:chgData name="Rafaela Boletti Duraes Souto" userId="78f52f2a-2d51-4833-a638-c8c75f30638a" providerId="ADAL" clId="{7B60E563-4518-4CCE-974E-BC91E59A0147}"/>
    <pc:docChg chg="custSel modSld modMainMaster">
      <pc:chgData name="Rafaela Boletti Duraes Souto" userId="78f52f2a-2d51-4833-a638-c8c75f30638a" providerId="ADAL" clId="{7B60E563-4518-4CCE-974E-BC91E59A0147}" dt="2025-04-29T21:36:12.739" v="53"/>
      <pc:docMkLst>
        <pc:docMk/>
      </pc:docMkLst>
      <pc:sldChg chg="addSp delSp modSp modTransition">
        <pc:chgData name="Rafaela Boletti Duraes Souto" userId="78f52f2a-2d51-4833-a638-c8c75f30638a" providerId="ADAL" clId="{7B60E563-4518-4CCE-974E-BC91E59A0147}" dt="2025-04-29T21:04:24.898" v="11"/>
        <pc:sldMkLst>
          <pc:docMk/>
          <pc:sldMk cId="4066044570" sldId="302"/>
        </pc:sldMkLst>
        <pc:spChg chg="add del mod">
          <ac:chgData name="Rafaela Boletti Duraes Souto" userId="78f52f2a-2d51-4833-a638-c8c75f30638a" providerId="ADAL" clId="{7B60E563-4518-4CCE-974E-BC91E59A0147}" dt="2025-04-29T21:04:24.898" v="11"/>
          <ac:spMkLst>
            <pc:docMk/>
            <pc:sldMk cId="4066044570" sldId="302"/>
            <ac:spMk id="2" creationId="{9F231F41-DE0E-41DF-BB7D-7FA8E186AB3E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5" creationId="{092505F5-26C8-47F6-A403-BDC0170A7BD8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6" creationId="{A02D35F1-A64B-46CB-A5EC-ACDCB8E3C672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3.511" v="17"/>
        <pc:sldMkLst>
          <pc:docMk/>
          <pc:sldMk cId="2984868962" sldId="312"/>
        </pc:sldMkLst>
        <pc:spChg chg="add mod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2" creationId="{C8A98C7A-BAE4-4DD1-9E86-6025D146E1E0}"/>
          </ac:spMkLst>
        </pc:spChg>
        <pc:spChg chg="del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3" creationId="{83BC5E27-869E-4E52-8C23-1A88190FF1FD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5.493" v="18"/>
        <pc:sldMkLst>
          <pc:docMk/>
          <pc:sldMk cId="3721016461" sldId="313"/>
        </pc:sldMkLst>
        <pc:spChg chg="add mod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2" creationId="{EBB9E76C-9781-4241-9EA6-1A9699B5FA12}"/>
          </ac:spMkLst>
        </pc:spChg>
        <pc:spChg chg="del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3" creationId="{DB1C159C-7410-4EF7-972C-F88286D33B08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5:24.806" v="14"/>
        <pc:sldMkLst>
          <pc:docMk/>
          <pc:sldMk cId="1551092304" sldId="315"/>
        </pc:sldMkLst>
        <pc:spChg chg="del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2" creationId="{2B201FDC-EEFE-4123-AA7D-7D03AD1F36D4}"/>
          </ac:spMkLst>
        </pc:spChg>
        <pc:spChg chg="add mod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3" creationId="{95F7FFF7-0231-4EE2-80F2-F6CCED02B31A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36:12.739" v="53"/>
        <pc:sldMkLst>
          <pc:docMk/>
          <pc:sldMk cId="327908660" sldId="318"/>
        </pc:sldMkLst>
        <pc:spChg chg="del">
          <ac:chgData name="Rafaela Boletti Duraes Souto" userId="78f52f2a-2d51-4833-a638-c8c75f30638a" providerId="ADAL" clId="{7B60E563-4518-4CCE-974E-BC91E59A0147}" dt="2025-04-29T21:08:17.440" v="21"/>
          <ac:spMkLst>
            <pc:docMk/>
            <pc:sldMk cId="327908660" sldId="318"/>
            <ac:spMk id="2" creationId="{7E6B4A78-8D24-0B17-EFF1-5C8AF956FEE1}"/>
          </ac:spMkLst>
        </pc:spChg>
        <pc:spChg chg="add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2" creationId="{A46847EC-883E-4593-9D15-4DF2EAA68AE8}"/>
          </ac:spMkLst>
        </pc:spChg>
        <pc:spChg chg="add del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3" creationId="{24990043-50DA-4C7E-AC8F-3E08D31AC26E}"/>
          </ac:spMkLst>
        </pc:spChg>
      </pc:sldChg>
      <pc:sldMasterChg chg="modSldLayout">
        <pc:chgData name="Rafaela Boletti Duraes Souto" userId="78f52f2a-2d51-4833-a638-c8c75f30638a" providerId="ADAL" clId="{7B60E563-4518-4CCE-974E-BC91E59A0147}" dt="2025-04-29T21:36:03.166" v="52" actId="20577"/>
        <pc:sldMasterMkLst>
          <pc:docMk/>
          <pc:sldMasterMk cId="1747979782" sldId="2147483665"/>
        </pc:sldMasterMkLst>
        <pc:sldLayoutChg chg="addSp delSp">
          <pc:chgData name="Rafaela Boletti Duraes Souto" userId="78f52f2a-2d51-4833-a638-c8c75f30638a" providerId="ADAL" clId="{7B60E563-4518-4CCE-974E-BC91E59A0147}" dt="2025-04-29T21:04:23.749" v="10"/>
          <pc:sldLayoutMkLst>
            <pc:docMk/>
            <pc:sldMasterMk cId="1747979782" sldId="2147483665"/>
            <pc:sldLayoutMk cId="1710461186" sldId="2147483706"/>
          </pc:sldLayoutMkLst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7B60E563-4518-4CCE-974E-BC91E59A0147}" dt="2025-04-29T21:03:46.456" v="5" actId="478"/>
            <ac:spMkLst>
              <pc:docMk/>
              <pc:sldMasterMk cId="1747979782" sldId="2147483665"/>
              <pc:sldLayoutMk cId="1710461186" sldId="2147483706"/>
              <ac:spMk id="11" creationId="{6A358EFD-9CBE-414A-A192-43AA89E4BD9D}"/>
            </ac:spMkLst>
          </pc:spChg>
          <pc:spChg chg="add del">
            <ac:chgData name="Rafaela Boletti Duraes Souto" userId="78f52f2a-2d51-4833-a638-c8c75f30638a" providerId="ADAL" clId="{7B60E563-4518-4CCE-974E-BC91E59A0147}" dt="2025-04-29T21:04:23.749" v="10"/>
            <ac:spMkLst>
              <pc:docMk/>
              <pc:sldMasterMk cId="1747979782" sldId="2147483665"/>
              <pc:sldLayoutMk cId="1710461186" sldId="2147483706"/>
              <ac:spMk id="12" creationId="{4BE436D4-4143-4968-90B7-24DD96BF03C4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7" creationId="{40C1AF06-63D9-405D-94ED-2270CB6C71F7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8" creationId="{62EECB98-DDAC-4C03-AAD6-C16BDA5AFA51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9" creationId="{E0A2CFC7-7F55-4D80-A9C7-9E5CB7B01E35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32:31.018" v="36" actId="20577"/>
          <pc:sldLayoutMkLst>
            <pc:docMk/>
            <pc:sldMasterMk cId="1747979782" sldId="2147483665"/>
            <pc:sldLayoutMk cId="146151045" sldId="2147483709"/>
          </pc:sldLayoutMkLst>
          <pc:spChg chg="mod">
            <ac:chgData name="Rafaela Boletti Duraes Souto" userId="78f52f2a-2d51-4833-a638-c8c75f30638a" providerId="ADAL" clId="{7B60E563-4518-4CCE-974E-BC91E59A0147}" dt="2025-04-29T21:32:31.018" v="36" actId="2057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</pc:sldLayoutChg>
        <pc:sldLayoutChg chg="addSp delSp">
          <pc:chgData name="Rafaela Boletti Duraes Souto" userId="78f52f2a-2d51-4833-a638-c8c75f30638a" providerId="ADAL" clId="{7B60E563-4518-4CCE-974E-BC91E59A0147}" dt="2025-04-29T21:05:04.664" v="13"/>
          <pc:sldLayoutMkLst>
            <pc:docMk/>
            <pc:sldMasterMk cId="1747979782" sldId="2147483665"/>
            <pc:sldLayoutMk cId="4078551699" sldId="2147483713"/>
          </pc:sldLayoutMkLst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1" creationId="{C3E1107A-F65D-4446-B549-C15BC6141F64}"/>
            </ac:spMkLst>
          </pc:spChg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2" creationId="{049CF1A5-5C9D-4007-B940-D8710EFCB117}"/>
            </ac:spMkLst>
          </pc:spChg>
          <pc:spChg chg="add">
            <ac:chgData name="Rafaela Boletti Duraes Souto" userId="78f52f2a-2d51-4833-a638-c8c75f30638a" providerId="ADAL" clId="{7B60E563-4518-4CCE-974E-BC91E59A0147}" dt="2025-04-29T21:05:04.664" v="13"/>
            <ac:spMkLst>
              <pc:docMk/>
              <pc:sldMasterMk cId="1747979782" sldId="2147483665"/>
              <pc:sldLayoutMk cId="4078551699" sldId="2147483713"/>
              <ac:spMk id="13" creationId="{3882337C-E7B6-4407-8566-CA16D112E823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07:14.867" v="16" actId="6549"/>
          <pc:sldLayoutMkLst>
            <pc:docMk/>
            <pc:sldMasterMk cId="1747979782" sldId="2147483665"/>
            <pc:sldLayoutMk cId="624351883" sldId="2147483717"/>
          </pc:sldLayoutMkLst>
          <pc:spChg chg="mod">
            <ac:chgData name="Rafaela Boletti Duraes Souto" userId="78f52f2a-2d51-4833-a638-c8c75f30638a" providerId="ADAL" clId="{7B60E563-4518-4CCE-974E-BC91E59A0147}" dt="2025-04-29T21:07:14.867" v="16" actId="6549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</pc:sldLayoutChg>
        <pc:sldLayoutChg chg="addSp delSp modSp">
          <pc:chgData name="Rafaela Boletti Duraes Souto" userId="78f52f2a-2d51-4833-a638-c8c75f30638a" providerId="ADAL" clId="{7B60E563-4518-4CCE-974E-BC91E59A0147}" dt="2025-04-29T21:36:03.166" v="52" actId="20577"/>
          <pc:sldLayoutMkLst>
            <pc:docMk/>
            <pc:sldMasterMk cId="1747979782" sldId="2147483665"/>
            <pc:sldLayoutMk cId="2049671676" sldId="2147483722"/>
          </pc:sldLayoutMkLst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3" creationId="{5DB21FAF-8D04-492A-8B51-65E48BD9D09F}"/>
            </ac:spMkLst>
          </pc:spChg>
          <pc:spChg chg="add">
            <ac:chgData name="Rafaela Boletti Duraes Souto" userId="78f52f2a-2d51-4833-a638-c8c75f30638a" providerId="ADAL" clId="{7B60E563-4518-4CCE-974E-BC91E59A0147}" dt="2025-04-29T21:35:54.947" v="38"/>
            <ac:spMkLst>
              <pc:docMk/>
              <pc:sldMasterMk cId="1747979782" sldId="2147483665"/>
              <pc:sldLayoutMk cId="2049671676" sldId="2147483722"/>
              <ac:spMk id="7" creationId="{501599B7-B559-460E-8E98-42C40007A311}"/>
            </ac:spMkLst>
          </pc:spChg>
          <pc:spChg chg="add del">
            <ac:chgData name="Rafaela Boletti Duraes Souto" userId="78f52f2a-2d51-4833-a638-c8c75f30638a" providerId="ADAL" clId="{7B60E563-4518-4CCE-974E-BC91E59A0147}" dt="2025-04-29T21:35:54.460" v="37" actId="478"/>
            <ac:spMkLst>
              <pc:docMk/>
              <pc:sldMasterMk cId="1747979782" sldId="2147483665"/>
              <pc:sldLayoutMk cId="2049671676" sldId="2147483722"/>
              <ac:spMk id="8" creationId="{04364BF6-4DD9-45C1-9529-E3D06719ED49}"/>
            </ac:spMkLst>
          </pc:spChg>
          <pc:spChg chg="add mod">
            <ac:chgData name="Rafaela Boletti Duraes Souto" userId="78f52f2a-2d51-4833-a638-c8c75f30638a" providerId="ADAL" clId="{7B60E563-4518-4CCE-974E-BC91E59A0147}" dt="2025-04-29T21:36:03.166" v="52" actId="20577"/>
            <ac:spMkLst>
              <pc:docMk/>
              <pc:sldMasterMk cId="1747979782" sldId="2147483665"/>
              <pc:sldLayoutMk cId="2049671676" sldId="2147483722"/>
              <ac:spMk id="9" creationId="{840FC257-47AF-4C6D-A7A2-B2395DDAD82F}"/>
            </ac:spMkLst>
          </pc:spChg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13" creationId="{17037748-DFFD-4BFA-B7A4-BB654E3EA6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Projeto em Business Intelligence e Analytics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2: Apresentação Executiva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3112631"/>
            <a:ext cx="11987319" cy="2308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template para você estruturar a </a:t>
            </a:r>
            <a:r>
              <a:rPr lang="pt-BR" sz="26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Apresentação Executiva </a:t>
            </a: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 seu projeto.</a:t>
            </a:r>
          </a:p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Essa atividade é parte da entrega da Fase 2.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(As ferramentas podem ser Tableau,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PowerBI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, Google Analytics ou Google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Colab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.)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26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0" indent="0" algn="ctr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95955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416050"/>
            <a:ext cx="14544674" cy="74533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706" r:id="rId3"/>
    <p:sldLayoutId id="2147483694" r:id="rId4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Lucas Lavnicki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2222</TotalTime>
  <Words>2</Words>
  <Application>Microsoft Office PowerPoint</Application>
  <PresentationFormat>Personalizar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LUCAS LAVNICKI</cp:lastModifiedBy>
  <cp:revision>257</cp:revision>
  <dcterms:created xsi:type="dcterms:W3CDTF">2024-07-05T13:08:06Z</dcterms:created>
  <dcterms:modified xsi:type="dcterms:W3CDTF">2025-11-10T20:05:11Z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2025-05-08T19:30:29Z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e72fddd9-a87f-4e4f-8e80-f02fe8eadf91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